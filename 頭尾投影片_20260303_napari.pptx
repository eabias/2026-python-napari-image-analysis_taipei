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B3D0DF-85CF-4FF2-9714-A946C629C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7FF0422-774B-4F28-836A-7EC0D5279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42F2C1-9B11-4953-91AD-2BA153C6D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61BF3C-DC0E-4482-9D64-07595AE86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4087EF-79DC-4C13-AB5B-7D95AC563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5706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2DC033-80D0-43F9-AD1C-C6734EA0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D12AC9-23F1-4789-BBDA-3577BA4E6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858E87-686C-48CB-8C41-78A3E9535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705D80-6175-47F0-BF64-82FAE331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EE080E-1888-465F-98D4-D7193B4A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601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2FA768-6825-45F6-A57D-E18A4459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2515AF1-D08D-46F4-8F55-C29001DC8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F484D0-848D-4861-A218-B98FB1CEC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14D6ED-55EF-4D65-A546-2CFAF690D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04499FE-FA66-41AD-991C-F189CDAF2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016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0D491F-C2CF-48FA-AAA3-CA94603A1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818792-6D98-46E5-B685-E778FB341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75E272E-5BA3-49F8-98F5-519955BA8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84FABDB-CF35-4D54-9187-0A5B124E8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E28203C-40EA-499A-A5B2-A14E48391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F30F35-1FFC-4EE4-8696-F974D5D5A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4774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26ECBA-F5AF-4EFB-9E34-30FEEA617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10AE8E-7FEC-4B7A-9B56-3C387560A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29AFAC6-C7D8-4AFF-8479-489FE3E71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EA2506C-1625-4EB9-BE2B-56CEA63D2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D7428BD-6858-4EDB-A605-6BAD63E42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682DA2D-535D-470F-B180-3CC760D6F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0835DCF-0774-4751-8993-7203F4CAB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2D1FAD1-F750-4ECB-ABE8-50B20DFFD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9204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5BA0F9-29AB-4C1A-B741-BFBBF80C3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0F0934-3ED5-4FD0-905F-8273946A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C37131B-01C6-4B2F-AE37-C6DA554EB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97CEA8F-7449-46A2-AC4D-82F99E7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2752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BE53ACD-0770-45C0-912A-E12F2DD6D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0E61247-409D-4F97-998D-D176B231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321656-32DB-4135-873A-E87DB8FC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743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D0E0AE-4021-4C56-8EFB-7FA40E227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8AA886-CC06-4212-A2D5-0422B2CFB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D16ECDE-9502-4589-9B7E-BB2C1ABA3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9EC04FA-38D9-4E72-A087-C57FEBBA6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BF11297-6678-4467-9609-499837929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41F8627-F916-4C8C-9348-6C41F6122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7937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78F2A9-FB0B-4491-ACE9-4EE425765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06B7349-B33E-41E2-B790-606C149F4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43218B3-91CC-4199-A071-20B62DEB24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4CB483E-E583-4AF7-8190-DBC5B0893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D014B34-A34A-47AD-BBA1-A04C9FE85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57B7050-A46C-461A-8E9D-546C44C32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3184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2C1C0B-F83E-4633-8C16-C638AF6E7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58DD699-D1A4-4A95-889E-F21C50425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C62D88-3502-45E9-AC55-5D9FF086B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60F9B08-25A0-489E-9DC7-4E41266FB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2DFA51-0DE7-40EE-92B4-8499B8D84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541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FED6FF3-99D7-47E3-BA3C-3EF6848860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C7A36FC-DE3A-43F1-AF45-298C78004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0D63A9-BBB7-484B-9285-1F660C1A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6A206-F2EA-48BE-A2CB-F04C6F20B43A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0B1BEE-A9C6-482A-8589-F3CD0CC99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0D2C52-52EC-46E6-8B56-0AF41C4FE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313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DBABA1F-C6EA-463F-8264-E57802E62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912BB1-4251-4831-A55D-5F0B70682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65DF8A-2BF6-43E3-94FB-1A84CCC91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36A206-F2EA-48BE-A2CB-F04C6F20B43A}" type="datetimeFigureOut">
              <a:rPr lang="zh-TW" altLang="en-US" smtClean="0"/>
              <a:t>2026/3/3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5C285B-8E72-4AB7-90E2-5FFCB544C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5C9D99-CE04-4900-981B-6C3F19342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E1D7D-3DCF-49D2-A6DC-A468C2F8AF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723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en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8BE912E6-D388-4B01-A35E-DAC36B2577F3}"/>
              </a:ext>
            </a:extLst>
          </p:cNvPr>
          <p:cNvSpPr txBox="1"/>
          <p:nvPr/>
        </p:nvSpPr>
        <p:spPr>
          <a:xfrm>
            <a:off x="5564038" y="681749"/>
            <a:ext cx="57365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ea typeface="標楷體" panose="03000509000000000000" pitchFamily="65" charset="-120"/>
              </a:rPr>
              <a:t>上課注意事項</a:t>
            </a:r>
            <a:r>
              <a:rPr lang="en-US" altLang="zh-TW" b="1" dirty="0">
                <a:ea typeface="標楷體" panose="03000509000000000000" pitchFamily="65" charset="-120"/>
              </a:rPr>
              <a:t>:</a:t>
            </a:r>
          </a:p>
          <a:p>
            <a:endParaRPr lang="en-US" altLang="zh-TW" b="1" dirty="0"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圖書館內禁止攜帶食物飲料入內。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請實體與線上學員掃描以下</a:t>
            </a:r>
            <a:r>
              <a:rPr lang="en-US" altLang="zh-TW" dirty="0">
                <a:ea typeface="標楷體" panose="03000509000000000000" pitchFamily="65" charset="-120"/>
              </a:rPr>
              <a:t>QR code</a:t>
            </a:r>
            <a:r>
              <a:rPr lang="zh-TW" altLang="en-US" dirty="0">
                <a:ea typeface="標楷體" panose="03000509000000000000" pitchFamily="65" charset="-120"/>
              </a:rPr>
              <a:t>進行線上簽到。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請線上學員於課程開始前關閉自己的麥克風。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線上學員若有問題</a:t>
            </a:r>
            <a:r>
              <a:rPr lang="en-US" altLang="zh-TW" dirty="0">
                <a:ea typeface="標楷體" panose="03000509000000000000" pitchFamily="65" charset="-120"/>
              </a:rPr>
              <a:t>, </a:t>
            </a:r>
            <a:r>
              <a:rPr lang="zh-TW" altLang="en-US" dirty="0">
                <a:ea typeface="標楷體" panose="03000509000000000000" pitchFamily="65" charset="-120"/>
              </a:rPr>
              <a:t>請先按下</a:t>
            </a:r>
            <a:r>
              <a:rPr lang="en-US" altLang="zh-TW" dirty="0">
                <a:ea typeface="標楷體" panose="03000509000000000000" pitchFamily="65" charset="-120"/>
              </a:rPr>
              <a:t>“</a:t>
            </a:r>
            <a:r>
              <a:rPr lang="zh-TW" altLang="en-US" dirty="0">
                <a:ea typeface="標楷體" panose="03000509000000000000" pitchFamily="65" charset="-120"/>
              </a:rPr>
              <a:t>舉手</a:t>
            </a:r>
            <a:r>
              <a:rPr lang="en-US" altLang="zh-TW" dirty="0">
                <a:ea typeface="標楷體" panose="03000509000000000000" pitchFamily="65" charset="-120"/>
              </a:rPr>
              <a:t>”, </a:t>
            </a:r>
            <a:r>
              <a:rPr lang="zh-TW" altLang="en-US" dirty="0">
                <a:ea typeface="標楷體" panose="03000509000000000000" pitchFamily="65" charset="-120"/>
              </a:rPr>
              <a:t>或於聊天室寫下問題</a:t>
            </a:r>
            <a:r>
              <a:rPr lang="en-US" altLang="zh-TW" dirty="0">
                <a:ea typeface="標楷體" panose="03000509000000000000" pitchFamily="65" charset="-120"/>
              </a:rPr>
              <a:t>, </a:t>
            </a:r>
            <a:r>
              <a:rPr lang="zh-TW" altLang="en-US" dirty="0">
                <a:ea typeface="標楷體" panose="03000509000000000000" pitchFamily="65" charset="-120"/>
              </a:rPr>
              <a:t>將於課程結束後在場地時間允許下</a:t>
            </a:r>
            <a:r>
              <a:rPr lang="en-US" altLang="zh-TW" dirty="0">
                <a:ea typeface="標楷體" panose="03000509000000000000" pitchFamily="65" charset="-120"/>
              </a:rPr>
              <a:t>, </a:t>
            </a:r>
            <a:r>
              <a:rPr lang="zh-TW" altLang="en-US" dirty="0">
                <a:ea typeface="標楷體" panose="03000509000000000000" pitchFamily="65" charset="-120"/>
              </a:rPr>
              <a:t>安排</a:t>
            </a:r>
            <a:r>
              <a:rPr lang="en-US" altLang="zh-TW" dirty="0">
                <a:ea typeface="標楷體" panose="03000509000000000000" pitchFamily="65" charset="-120"/>
              </a:rPr>
              <a:t>QA</a:t>
            </a:r>
            <a:r>
              <a:rPr lang="zh-TW" altLang="en-US" dirty="0">
                <a:ea typeface="標楷體" panose="03000509000000000000" pitchFamily="65" charset="-120"/>
              </a:rPr>
              <a:t>時間。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r>
              <a:rPr lang="zh-TW" altLang="en-US" dirty="0">
                <a:ea typeface="標楷體" panose="03000509000000000000" pitchFamily="65" charset="-120"/>
              </a:rPr>
              <a:t>現場學員發問時請使用麥克風才可進行收音</a:t>
            </a:r>
            <a:r>
              <a:rPr lang="zh-TW" altLang="en-US" dirty="0">
                <a:latin typeface="PMingLiU" panose="02020500000000000000" pitchFamily="18" charset="-120"/>
                <a:ea typeface="PMingLiU" panose="02020500000000000000" pitchFamily="18" charset="-120"/>
              </a:rPr>
              <a:t>。</a:t>
            </a:r>
            <a:endParaRPr lang="en-US" altLang="zh-TW" dirty="0">
              <a:ea typeface="標楷體" panose="03000509000000000000" pitchFamily="65" charset="-120"/>
            </a:endParaRPr>
          </a:p>
          <a:p>
            <a:pPr marL="342900" indent="-342900">
              <a:buAutoNum type="arabicPeriod"/>
            </a:pPr>
            <a:endParaRPr lang="zh-TW" altLang="en-US" dirty="0"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6D8C846-CDBB-4C2D-B936-46B8E74C1E76}"/>
              </a:ext>
            </a:extLst>
          </p:cNvPr>
          <p:cNvSpPr txBox="1"/>
          <p:nvPr/>
        </p:nvSpPr>
        <p:spPr>
          <a:xfrm>
            <a:off x="6354792" y="6221839"/>
            <a:ext cx="1725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線上簽到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03F4C5F-D2DE-4FED-9167-1441A2722A7C}"/>
              </a:ext>
            </a:extLst>
          </p:cNvPr>
          <p:cNvSpPr txBox="1"/>
          <p:nvPr/>
        </p:nvSpPr>
        <p:spPr>
          <a:xfrm>
            <a:off x="8720428" y="6209000"/>
            <a:ext cx="225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課程材料與資訊連結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682E878-F9E9-42FC-BCFF-5EFE9BC68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080" y="4471416"/>
            <a:ext cx="1430274" cy="143027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72D29A3-ABC3-4F84-9065-5EB112671C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4453982"/>
            <a:ext cx="1559726" cy="1554587"/>
          </a:xfrm>
          <a:prstGeom prst="rect">
            <a:avLst/>
          </a:prstGeom>
        </p:spPr>
      </p:pic>
      <p:graphicFrame>
        <p:nvGraphicFramePr>
          <p:cNvPr id="5" name="物件 4">
            <a:extLst>
              <a:ext uri="{FF2B5EF4-FFF2-40B4-BE49-F238E27FC236}">
                <a16:creationId xmlns:a16="http://schemas.microsoft.com/office/drawing/2014/main" id="{0EF9BEDF-526F-4223-9D9E-FABF9C0512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37313"/>
              </p:ext>
            </p:extLst>
          </p:nvPr>
        </p:nvGraphicFramePr>
        <p:xfrm>
          <a:off x="346244" y="193124"/>
          <a:ext cx="4655524" cy="6582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Acrobat Document" r:id="rId5" imgW="9067446" imgH="12824105" progId="Acrobat.Document.DC">
                  <p:embed/>
                </p:oleObj>
              </mc:Choice>
              <mc:Fallback>
                <p:oleObj name="Acrobat Document" r:id="rId5" imgW="9067446" imgH="12824105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6244" y="193124"/>
                        <a:ext cx="4655524" cy="65821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7920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E45E700-3497-4B5F-BCEF-A03AF751D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22" y="6252380"/>
            <a:ext cx="1052423" cy="36889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6AEE118-E80A-4033-9006-47B4F81F301D}"/>
              </a:ext>
            </a:extLst>
          </p:cNvPr>
          <p:cNvSpPr txBox="1"/>
          <p:nvPr/>
        </p:nvSpPr>
        <p:spPr>
          <a:xfrm>
            <a:off x="1799303" y="6313493"/>
            <a:ext cx="77415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dirty="0"/>
              <a:t>This document is licensed by </a:t>
            </a:r>
            <a:r>
              <a:rPr lang="en-US" altLang="zh-TW" sz="1400" dirty="0">
                <a:solidFill>
                  <a:srgbClr val="FF0000"/>
                </a:solidFill>
              </a:rPr>
              <a:t>Speaker‘s name </a:t>
            </a:r>
            <a:r>
              <a:rPr lang="en-US" altLang="zh-TW" sz="1400" dirty="0"/>
              <a:t>under </a:t>
            </a:r>
            <a:r>
              <a:rPr lang="en-US" altLang="zh-TW" sz="1400" dirty="0">
                <a:hlinkClick r:id="rId3"/>
              </a:rPr>
              <a:t>CC-BY</a:t>
            </a:r>
            <a:r>
              <a:rPr lang="zh-TW" altLang="en-US" sz="1400" dirty="0">
                <a:hlinkClick r:id="rId3"/>
              </a:rPr>
              <a:t> </a:t>
            </a:r>
            <a:r>
              <a:rPr lang="en-US" altLang="zh-TW" sz="1400" dirty="0">
                <a:hlinkClick r:id="rId3"/>
              </a:rPr>
              <a:t>4.0 license</a:t>
            </a:r>
            <a:r>
              <a:rPr lang="en-US" altLang="zh-TW" sz="1400" dirty="0"/>
              <a:t> unless mentioned otherwise.</a:t>
            </a:r>
          </a:p>
        </p:txBody>
      </p:sp>
    </p:spTree>
    <p:extLst>
      <p:ext uri="{BB962C8B-B14F-4D97-AF65-F5344CB8AC3E}">
        <p14:creationId xmlns:p14="http://schemas.microsoft.com/office/powerpoint/2010/main" val="1302108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6FB5B462-D8EC-4E36-AC76-05F8232DB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17" y="6190488"/>
            <a:ext cx="7164238" cy="57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292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111</Words>
  <Application>Microsoft Office PowerPoint</Application>
  <PresentationFormat>寬螢幕</PresentationFormat>
  <Paragraphs>10</Paragraphs>
  <Slides>3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新細明體</vt:lpstr>
      <vt:lpstr>標楷體</vt:lpstr>
      <vt:lpstr>Arial</vt:lpstr>
      <vt:lpstr>Calibri</vt:lpstr>
      <vt:lpstr>Calibri Light</vt:lpstr>
      <vt:lpstr>Office 佈景主題</vt:lpstr>
      <vt:lpstr>Adobe Acrobat Document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Owner</dc:creator>
  <cp:lastModifiedBy>Peggy Hsu</cp:lastModifiedBy>
  <cp:revision>21</cp:revision>
  <dcterms:created xsi:type="dcterms:W3CDTF">2025-02-27T02:42:22Z</dcterms:created>
  <dcterms:modified xsi:type="dcterms:W3CDTF">2026-03-03T02:33:32Z</dcterms:modified>
</cp:coreProperties>
</file>
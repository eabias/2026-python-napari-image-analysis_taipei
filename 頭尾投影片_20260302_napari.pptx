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D0DF-85CF-4FF2-9714-A946C629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FF0422-774B-4F28-836A-7EC0D5279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2F2C1-9B11-4953-91AD-2BA153C6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61BF3C-DC0E-4482-9D64-07595AE8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4087EF-79DC-4C13-AB5B-7D95AC56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70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DC033-80D0-43F9-AD1C-C6734EA0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D12AC9-23F1-4789-BBDA-3577BA4E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858E87-686C-48CB-8C41-78A3E953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705D80-6175-47F0-BF64-82FAE331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EE080E-1888-465F-98D4-D7193B4A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0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FA768-6825-45F6-A57D-E18A4459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515AF1-D08D-46F4-8F55-C29001DC8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F484D0-848D-4861-A218-B98FB1CE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4D6ED-55EF-4D65-A546-2CFAF690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4499FE-FA66-41AD-991C-F189CDAF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1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D491F-C2CF-48FA-AAA3-CA94603A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818792-6D98-46E5-B685-E778FB34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5E272E-5BA3-49F8-98F5-519955BA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4FABDB-CF35-4D54-9187-0A5B124E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28203C-40EA-499A-A5B2-A14E4839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F30F35-1FFC-4EE4-8696-F974D5D5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7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6ECBA-F5AF-4EFB-9E34-30FEEA61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10AE8E-7FEC-4B7A-9B56-3C387560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9AFAC6-C7D8-4AFF-8479-489FE3E71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EA2506C-1625-4EB9-BE2B-56CEA63D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D7428BD-6858-4EDB-A605-6BAD63E4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82DA2D-535D-470F-B180-3CC760D6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835DCF-0774-4751-8993-7203F4CA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D1FAD1-F750-4ECB-ABE8-50B20DFF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20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BA0F9-29AB-4C1A-B741-BFBBF80C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0F0934-3ED5-4FD0-905F-8273946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37131B-01C6-4B2F-AE37-C6DA554E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7CEA8F-7449-46A2-AC4D-82F99E7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75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E53ACD-0770-45C0-912A-E12F2DD6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E61247-409D-4F97-998D-D176B231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321656-32DB-4135-873A-E87DB8FC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4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0E0AE-4021-4C56-8EFB-7FA40E22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8AA886-CC06-4212-A2D5-0422B2CFB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16ECDE-9502-4589-9B7E-BB2C1ABA3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EC04FA-38D9-4E72-A087-C57FEBBA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F11297-6678-4467-9609-49983792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1F8627-F916-4C8C-9348-6C41F612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93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78F2A9-FB0B-4491-ACE9-4EE42576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6B7349-B33E-41E2-B790-606C149F4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3218B3-91CC-4199-A071-20B62DEB2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CB483E-E583-4AF7-8190-DBC5B089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014B34-A34A-47AD-BBA1-A04C9FE8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7B7050-A46C-461A-8E9D-546C44C3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1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C1C0B-F83E-4633-8C16-C638AF6E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8DD699-D1A4-4A95-889E-F21C50425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62D88-3502-45E9-AC55-5D9FF086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0F9B08-25A0-489E-9DC7-4E41266F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2DFA51-0DE7-40EE-92B4-8499B8D8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4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FED6FF3-99D7-47E3-BA3C-3EF684886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7A36FC-DE3A-43F1-AF45-298C78004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D63A9-BBB7-484B-9285-1F660C1A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B1BEE-A9C6-482A-8589-F3CD0CC9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D2C52-52EC-46E6-8B56-0AF41C4F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1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BABA1F-C6EA-463F-8264-E57802E6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912BB1-4251-4831-A55D-5F0B70682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65DF8A-2BF6-43E3-94FB-1A84CCC91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6A206-F2EA-48BE-A2CB-F04C6F20B43A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5C285B-8E72-4AB7-90E2-5FFCB544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5C9D99-CE04-4900-981B-6C3F19342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72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e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BE912E6-D388-4B01-A35E-DAC36B2577F3}"/>
              </a:ext>
            </a:extLst>
          </p:cNvPr>
          <p:cNvSpPr txBox="1"/>
          <p:nvPr/>
        </p:nvSpPr>
        <p:spPr>
          <a:xfrm>
            <a:off x="5564038" y="681749"/>
            <a:ext cx="57365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a typeface="標楷體" panose="03000509000000000000" pitchFamily="65" charset="-120"/>
              </a:rPr>
              <a:t>上課注意事項</a:t>
            </a:r>
            <a:r>
              <a:rPr lang="en-US" altLang="zh-TW" b="1" dirty="0">
                <a:ea typeface="標楷體" panose="03000509000000000000" pitchFamily="65" charset="-120"/>
              </a:rPr>
              <a:t>:</a:t>
            </a:r>
          </a:p>
          <a:p>
            <a:endParaRPr lang="en-US" altLang="zh-TW" b="1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圖書館內禁止攜帶食物飲料入內。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請實體與線上學員掃描以下</a:t>
            </a:r>
            <a:r>
              <a:rPr lang="en-US" altLang="zh-TW" dirty="0">
                <a:ea typeface="標楷體" panose="03000509000000000000" pitchFamily="65" charset="-120"/>
              </a:rPr>
              <a:t>QR code</a:t>
            </a:r>
            <a:r>
              <a:rPr lang="zh-TW" altLang="en-US" dirty="0">
                <a:ea typeface="標楷體" panose="03000509000000000000" pitchFamily="65" charset="-120"/>
              </a:rPr>
              <a:t>進行線上簽到。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請線上學員於課程開始前關閉自己的麥克風。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線上學員若有問題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請先按下</a:t>
            </a:r>
            <a:r>
              <a:rPr lang="en-US" altLang="zh-TW" dirty="0">
                <a:ea typeface="標楷體" panose="03000509000000000000" pitchFamily="65" charset="-120"/>
              </a:rPr>
              <a:t>“</a:t>
            </a:r>
            <a:r>
              <a:rPr lang="zh-TW" altLang="en-US" dirty="0">
                <a:ea typeface="標楷體" panose="03000509000000000000" pitchFamily="65" charset="-120"/>
              </a:rPr>
              <a:t>舉手</a:t>
            </a:r>
            <a:r>
              <a:rPr lang="en-US" altLang="zh-TW" dirty="0">
                <a:ea typeface="標楷體" panose="03000509000000000000" pitchFamily="65" charset="-120"/>
              </a:rPr>
              <a:t>”, </a:t>
            </a:r>
            <a:r>
              <a:rPr lang="zh-TW" altLang="en-US" dirty="0">
                <a:ea typeface="標楷體" panose="03000509000000000000" pitchFamily="65" charset="-120"/>
              </a:rPr>
              <a:t>或於聊天室寫下問題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將於課程結束後在場地時間允許下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安排</a:t>
            </a:r>
            <a:r>
              <a:rPr lang="en-US" altLang="zh-TW" dirty="0">
                <a:ea typeface="標楷體" panose="03000509000000000000" pitchFamily="65" charset="-120"/>
              </a:rPr>
              <a:t>QA</a:t>
            </a:r>
            <a:r>
              <a:rPr lang="zh-TW" altLang="en-US" dirty="0">
                <a:ea typeface="標楷體" panose="03000509000000000000" pitchFamily="65" charset="-120"/>
              </a:rPr>
              <a:t>時間。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現場學員發問時請使用麥克風才可進行收音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D8C846-CDBB-4C2D-B936-46B8E74C1E76}"/>
              </a:ext>
            </a:extLst>
          </p:cNvPr>
          <p:cNvSpPr txBox="1"/>
          <p:nvPr/>
        </p:nvSpPr>
        <p:spPr>
          <a:xfrm>
            <a:off x="6354792" y="6221839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線上簽到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03F4C5F-D2DE-4FED-9167-1441A2722A7C}"/>
              </a:ext>
            </a:extLst>
          </p:cNvPr>
          <p:cNvSpPr txBox="1"/>
          <p:nvPr/>
        </p:nvSpPr>
        <p:spPr>
          <a:xfrm>
            <a:off x="8720428" y="6209000"/>
            <a:ext cx="22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課程材料與資訊連結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9E8D9FB-B42A-4E65-A891-31264D94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19" y="349186"/>
            <a:ext cx="4352466" cy="6139481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2682E878-F9E9-42FC-BCFF-5EFE9BC68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0" y="4471416"/>
            <a:ext cx="1430274" cy="14302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72D29A3-ABC3-4F84-9065-5EB112671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53982"/>
            <a:ext cx="1559726" cy="15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2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E45E700-3497-4B5F-BCEF-A03AF751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" y="6252380"/>
            <a:ext cx="1052423" cy="36889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6AEE118-E80A-4033-9006-47B4F81F301D}"/>
              </a:ext>
            </a:extLst>
          </p:cNvPr>
          <p:cNvSpPr txBox="1"/>
          <p:nvPr/>
        </p:nvSpPr>
        <p:spPr>
          <a:xfrm>
            <a:off x="1799303" y="6313493"/>
            <a:ext cx="7741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This document is licensed by </a:t>
            </a:r>
            <a:r>
              <a:rPr lang="en-US" altLang="zh-TW" sz="1400" dirty="0">
                <a:solidFill>
                  <a:srgbClr val="FF0000"/>
                </a:solidFill>
              </a:rPr>
              <a:t>Speaker‘s name </a:t>
            </a:r>
            <a:r>
              <a:rPr lang="en-US" altLang="zh-TW" sz="1400" dirty="0"/>
              <a:t>under </a:t>
            </a:r>
            <a:r>
              <a:rPr lang="en-US" altLang="zh-TW" sz="1400" dirty="0">
                <a:hlinkClick r:id="rId3"/>
              </a:rPr>
              <a:t>CC-BY</a:t>
            </a:r>
            <a:r>
              <a:rPr lang="zh-TW" altLang="en-US" sz="1400" dirty="0">
                <a:hlinkClick r:id="rId3"/>
              </a:rPr>
              <a:t> </a:t>
            </a:r>
            <a:r>
              <a:rPr lang="en-US" altLang="zh-TW" sz="1400" dirty="0">
                <a:hlinkClick r:id="rId3"/>
              </a:rPr>
              <a:t>4.0 license</a:t>
            </a:r>
            <a:r>
              <a:rPr lang="en-US" altLang="zh-TW" sz="1400" dirty="0"/>
              <a:t> unless mentioned otherwise.</a:t>
            </a:r>
          </a:p>
        </p:txBody>
      </p:sp>
    </p:spTree>
    <p:extLst>
      <p:ext uri="{BB962C8B-B14F-4D97-AF65-F5344CB8AC3E}">
        <p14:creationId xmlns:p14="http://schemas.microsoft.com/office/powerpoint/2010/main" val="130210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FB5B462-D8EC-4E36-AC76-05F8232D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" y="6190488"/>
            <a:ext cx="7164238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9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111</Words>
  <Application>Microsoft Office PowerPoint</Application>
  <PresentationFormat>寬螢幕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PMingLiU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Owner</dc:creator>
  <cp:lastModifiedBy>Peggy Hsu</cp:lastModifiedBy>
  <cp:revision>20</cp:revision>
  <dcterms:created xsi:type="dcterms:W3CDTF">2025-02-27T02:42:22Z</dcterms:created>
  <dcterms:modified xsi:type="dcterms:W3CDTF">2026-03-02T06:29:12Z</dcterms:modified>
</cp:coreProperties>
</file>